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a presentation slide image of the slide content described below, strictly following these design and style guidelines:
## Image Specifications
- **Type**: Presentation slide
- **Aspect Ratio**: 16:9 (landscape)
- **Resolution**: 2K Ultra HD (2560x1440) for high-definition presentations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Generate a presentation slide image of the slide content described below, strictly following these design and style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&lt;STYLE_INSTRUCTIONS&gt;
Design Aesthetic: Clean 2D technical briefing with vintage blueprint aesthetic, aged cream paper texture, and bilingual explanatory text boxes. Dense information organized with clear visual hierarchy and multiple labeled callouts.
Background:
  Texture: Subtle aged paper texture with light creases
  Base Color: Aged Cream (#F5F0E6)
Typography:
  Headlines: Bold display, dark maroon (#5D3A3A), ALL CAPS in brackets for main titles.
  Body: Clean geometric sans-serif, Near Black (#1A1A1A). Simplified Chinese callout labels in clean sans-serif.
Color Palette:
  Background: Aged Cream (#F5F0E6) - Primary background
  Primary Text: Dark Maroon (#5D3A3A) - Headlines
  Secondary Text: Near Black (#1A1A1A) - Body explanations
  Accent 1: Teal (#2F7373) - Primary illustrations
  Accent 2: Warm Brown (#8B7355) - Secondary elements
  Tertiary: Maroon (#722F37) - Titles, emphasis
  Outline: Deep Charcoal (#2D2D2D) - Boundaries and strokes
Visual Elements:
  - Isometric/2D technical illustrations
  - 3-5 explanatory text boxes per slide
  - Simplified Chinese callout labels
  - Faded thematic background patterns
  - Clean black outlines on all elements
  - Split or triptych layouts
Density Guidelines:
  - Content per slide: Dense information organized with clear visual hierarchy, 3-5 explanatory text boxes
  - Whitespace: Balanced but compact, using text boxes and frames to structure space
Style Rules:
  Do:
    - Include substantive content from source
    - Use Simplified Chinese callout labels
    - Retain subtle aged paper texture
    - Maintain clear visual hierarchy
  Don't:
    - Use photorealistic renders
    - Apply digital gradients or glossy effects
    - Include slide numbers, footers, or logos
&lt;/STYLE_INSTRUCTIONS&gt;
---
## SLIDE CONTENT
## Slide 1 of 3
**Type**: Cover
**Filename**: 01-slide-cover.png
// NARRATIVE GOAL
介绍系统测试验证的主题，展示系统更新是否完毕，以及单会话顺序生成能力的测试验证。
// KEY CONTENT
Headline: [系统测试验证汇报]
Sub-headline: 测试系统更新是否完毕，验证单会话顺序生成能力是否验收通过 / System Update &amp; Single-Session Image Generation Verification
// VISUAL
A clean vintage blueprint of a target crosshair and a sequential gear assembly, representing systematic testing and progress verification. Underneath, thin red geometric guidelines connect different parts. Faded blueprint grids cover the background.
// LAYOUT
Layout: title-hero
Large bold headline in brackets at the top, a central blueprint visual illustrating gears and testing indicators in the middle, and Chinese-English sub-headlines at the bottom.
---
Please use nano banana pro to generate the slide image based on the content provided above.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a presentation slide image of the slide content described below, strictly following these design and style guidelines:
## Image Specifications
- **Type**: Presentation slide
- **Aspect Ratio**: 16:9 (landscape)
- **Resolution**: 2K Ultra HD (2560x1440) for high-definition presentations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Generate a presentation slide image of the slide content described below, strictly following these design and style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&lt;STYLE_INSTRUCTIONS&gt;
Design Aesthetic: Clean 2D technical briefing with vintage blueprint aesthetic, aged cream paper texture, and bilingual explanatory text boxes. Dense information organized with clear visual hierarchy and multiple labeled callouts.
Background:
  Texture: Subtle aged paper texture with light creases
  Base Color: Aged Cream (#F5F0E6)
Typography:
  Headlines: Bold display, dark maroon (#5D3A3A), ALL CAPS in brackets for main titles.
  Body: Clean geometric sans-serif, Near Black (#1A1A1A). Simplified Chinese callout labels in clean sans-serif.
Color Palette:
  Background: Aged Cream (#F5F0E6) - Primary background
  Primary Text: Dark Maroon (#5D3A3A) - Headlines
  Secondary Text: Near Black (#1A1A1A) - Body explanations
  Accent 1: Teal (#2F7373) - Primary illustrations
  Accent 2: Warm Brown (#8B7355) - Secondary elements
  Tertiary: Maroon (#722F37) - Titles, emphasis
  Outline: Deep Charcoal (#2D2D2D) - Boundaries and strokes
Visual Elements:
  - Isometric/2D technical illustrations
  - 3-5 explanatory text boxes per slide
  - Simplified Chinese callout labels
  - Faded thematic background patterns
  - Clean black outlines on all elements
  - Split or triptych layouts
Density Guidelines:
  - Content per slide: Dense information organized with clear visual hierarchy, 3-5 explanatory text boxes
  - Whitespace: Balanced but compact, using text boxes and frames to structure space
Style Rules:
  Do:
    - Include substantive content from source
    - Use Simplified Chinese callout labels
    - Retain subtle aged paper texture
    - Maintain clear visual hierarchy
  Don't:
    - Use photorealistic renders
    - Apply digital gradients or glossy effects
    - Include slide numbers, footers, or logos
&lt;/STYLE_INSTRUCTIONS&gt;
---
## SLIDE CONTENT
## Slide 2 of 3
**Type**: Content
**Filename**: 02-slide-test-details.png
// NARRATIVE GOAL
详细阐述本次系统更新的测试验证指标、验证流程以及单会话顺序生成的技术要点。
// KEY CONTENT
Headline: [单会话顺序生成能力验证]
Sub-headline: 顺序调用 main.ts 脚本保障多轮会话状态一致性
Body:
- 状态强一致性: 确保在同一个 sessionId 下，通过多轮 sequential 执行，能够维护完整的上下文记忆。
- 自动化证据生成: 自动在指定路径下生成幻灯片 PNG 图片，并通过脚本直接转换成 PPTX 和 PDF 格式。
- 多轮消息校验: 验证 sessions 文件夹下所记录的 JSON 会话文件包含精确的 3 条交互消息。
// VISUAL
A horizontal workflow progress schematic. A dotted arrow line passes through three sequential nodes: 01. 封面图生成 -&gt; 02. 内容页生成 -&gt; 03. 封底页生成. Each node is represented by a small document icon labeled in Simplified Chinese, with a bold checkbox indicating successful validation.
// LAYOUT
Layout: split-screen
Left side: three structured bullet points with detailed verification metrics. Right side: a split-screen 2D graphical representation of the sequential multi-turn state machine and directory mapping.
---
Please use nano banana pro to generate the slide image based on the content provided above.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a presentation slide image of the slide content described below, strictly following these design and style guidelines:
## Image Specifications
- **Type**: Presentation slide
- **Aspect Ratio**: 16:9 (landscape)
- **Resolution**: 2K Ultra HD (2560x1440) for high-definition presentations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Generate a presentation slide image of the slide content described below, strictly following these design and style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&lt;STYLE_INSTRUCTIONS&gt;
Design Aesthetic: Clean 2D technical briefing with vintage blueprint aesthetic, aged cream paper texture, and bilingual explanatory text boxes. Dense information organized with clear visual hierarchy and multiple labeled callouts.
Background:
  Texture: Subtle aged paper texture with light creases
  Base Color: Aged Cream (#F5F0E6)
Typography:
  Headlines: Bold display, dark maroon (#5D3A3A), ALL CAPS in brackets for main titles.
  Body: Clean geometric sans-serif, Near Black (#1A1A1A). Simplified Chinese callout labels in clean sans-serif.
Color Palette:
  Background: Aged Cream (#F5F0E6) - Primary background
  Primary Text: Dark Maroon (#5D3A3A) - Headlines
  Secondary Text: Near Black (#1A1A1A) - Body explanations
  Accent 1: Teal (#2F7373) - Primary illustrations
  Accent 2: Warm Brown (#8B7355) - Secondary elements
  Tertiary: Maroon (#722F37) - Titles, emphasis
  Outline: Deep Charcoal (#2D2D2D) - Boundaries and strokes
Visual Elements:
  - Isometric/2D technical illustrations
  - 3-5 explanatory text boxes per slide
  - Simplified Chinese callout labels
  - Faded thematic background patterns
  - Clean black outlines on all elements
  - Split or triptych layouts
Density Guidelines:
  - Content per slide: Dense information organized with clear visual hierarchy, 3-5 explanatory text boxes
  - Whitespace: Balanced but compact, using text boxes and frames to structure space
Style Rules:
  Do:
    - Include substantive content from source
    - Use Simplified Chinese callout labels
    - Retain subtle aged paper texture
    - Maintain clear visual hierarchy
  Don't:
    - Use photorealistic renders
    - Apply digital gradients or glossy effects
    - Include slide numbers, footers, or logos
&lt;/STYLE_INSTRUCTIONS&gt;
---
## SLIDE CONTENT
## Slide 3 of 3
**Type**: Content
**Filename**: 03-slide-back-cover.png
// NARRATIVE GOAL
总结测试验证结果，宣布单会话顺序生成能力验收通过，为后续系统部署与交付提供保障。
// KEY CONTENT
Headline: [测试验收通过与交付]
Sub-headline: 系统更新成功，单会话顺序生成能力完美验收
Body:
- 最终结论: 本次测试流程执行无差错，全部 3 张幻灯片及会话记录完美生成，系统更新彻底完毕。
- 会话文件确认: 完美验证 sessions 下 multi-turn 会话结构符合预期设计规范。
- 交付产物: 成功交付系统测试包，包含 source、outline、prompts 以及 PPTX/PDF 汇报文件。
// VISUAL
A classic certificate emblem layout with a prominent green-tinted checkmark badge, overlapping with a blueprint drawing of a folder and document sheaf, symbolizing official signing off and delivery.
// LAYOUT
Layout: title-hero
Large heading [测试验收通过与交付] at the top, a prominent checkmark/document badge graphic in the center, and final confirmation text block at the bottom.
---
Please use nano banana pro to generate the slide image based on the content provided above.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2026-05-29T09:07:30Z</dcterms:created>
  <dcterms:modified xsi:type="dcterms:W3CDTF">2026-05-29T09:07:30Z</dcterms:modified>
</cp:coreProperties>
</file>